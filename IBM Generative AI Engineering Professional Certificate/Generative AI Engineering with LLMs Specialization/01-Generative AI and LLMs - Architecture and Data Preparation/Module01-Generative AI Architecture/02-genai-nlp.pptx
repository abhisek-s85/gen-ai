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7" d="100"/>
          <a:sy n="127" d="100"/>
        </p:scale>
        <p:origin x="110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35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7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NATURAL LANGUAGE 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4114800" cy="2743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Evolution, Applications,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Power of Large Language Models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53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Generative AI for NLP?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Comprehension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understand human language deeply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Generation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responses indistinguishable from humans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182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context for coherent interactions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92608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0" y="2926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3182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meaningful conversations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4480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Understanding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736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 feelings and grasps intentions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448056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0" y="4480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Words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4736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understanding beyond literal meanings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53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Evolution of Generative 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05840" y="2286000"/>
            <a:ext cx="731520" cy="731520"/>
          </a:xfrm>
          <a:prstGeom prst="ellipse">
            <a:avLst/>
          </a:pr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linguistic rules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Precise  ✗ Inflexible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2560320"/>
            <a:ext cx="457200" cy="228600"/>
          </a:xfrm>
          <a:prstGeom prst="rightArrow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731520" cy="731520"/>
          </a:xfrm>
          <a:prstGeom prst="ellipse">
            <a:avLst/>
          </a:pr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7490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 &amp; predictions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Adaptive  ✗ Limited nuance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560320"/>
            <a:ext cx="457200" cy="228600"/>
          </a:xfrm>
          <a:prstGeom prst="rightArrow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731520" cy="731520"/>
          </a:xfrm>
          <a:prstGeom prst="ellipse">
            <a:avLst/>
          </a:pr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7490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&amp; extensive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Nuanced interpretations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560320"/>
            <a:ext cx="457200" cy="228600"/>
          </a:xfrm>
          <a:prstGeom prst="rightArrow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89520" y="2286000"/>
            <a:ext cx="731520" cy="73152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37490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data 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Context &amp; dependencies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Applications &amp; Advancements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7867" y="115485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9387" y="124629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Translation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9387" y="1703493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Significantly improved accuracy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Context-aware conversions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Precise language understanding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59867" y="115485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91387" y="124629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Chatbots &amp; Virtual Assistants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91387" y="1703493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Natural, human-like conversations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Empathy and personalization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Enhanced user experience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7867" y="344085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💭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19387" y="353229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9387" y="3989493"/>
            <a:ext cx="3383280" cy="1065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Grasp subtle expressions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Deeper insights into sentiments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Improved emotional understanding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59867" y="344085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591387" y="353229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Summarization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91387" y="3989493"/>
            <a:ext cx="3383280" cy="921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meaning recognition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Precise and accurate summaries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comprehension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53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Language Models (LLMs)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using AI and deep learning with vast datasets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114800" cy="3474720"/>
          </a:xfrm>
          <a:prstGeom prst="rect">
            <a:avLst/>
          </a:pr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'Large'?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PETABYTES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training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books, diverse content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parameters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defining model behavior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46320" y="2125980"/>
            <a:ext cx="137160" cy="1371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20802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language understanding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720340"/>
            <a:ext cx="137160" cy="1371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26746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human-machine interaction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314700"/>
            <a:ext cx="137160" cy="1371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0" y="32689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prediction proficiency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909060"/>
            <a:ext cx="137160" cy="1371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38633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content generation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4503420"/>
            <a:ext cx="137160" cy="1371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44577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(pretrain + fine-tune)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53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LLM Examples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11480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Pretrained Transformer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Decoder-only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Specialty: Text Generation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Chatbots, content creation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731520"/>
            <a:ext cx="411480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914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 Representations from Transformers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Encoder-only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Specialty: Text Understanding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Sentiment analysis, Q&amp;A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1480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5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3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and Autoregressive Transformers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Encoder-decoder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Specialty: Versatile Tasks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Various NLP applications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291840"/>
            <a:ext cx="411480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6D5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5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2920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Text-to-Text Transfer Transformer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389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Encoder-decoder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663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Specialty: Text-to-text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937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Diverse NLP tasks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 vs ChatGPT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Key Differences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1371600"/>
            <a:ext cx="2743200" cy="457200"/>
          </a:xfrm>
          <a:prstGeom prst="rect">
            <a:avLst/>
          </a:pr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560320" cy="457200"/>
          </a:xfrm>
          <a:prstGeom prst="rect">
            <a:avLst/>
          </a:pr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" y="1920240"/>
            <a:ext cx="2743200" cy="548640"/>
          </a:xfrm>
          <a:prstGeom prst="rect">
            <a:avLst/>
          </a:prstGeom>
          <a:solidFill>
            <a:srgbClr val="2A4A52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560320" cy="548640"/>
          </a:xfrm>
          <a:prstGeom prst="rect">
            <a:avLst/>
          </a:prstGeom>
          <a:solidFill>
            <a:srgbClr val="2A4A52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text generation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solidFill>
            <a:srgbClr val="2A4A52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generation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560320"/>
            <a:ext cx="2743200" cy="548640"/>
          </a:xfrm>
          <a:prstGeom prst="rect">
            <a:avLst/>
          </a:prstGeom>
          <a:solidFill>
            <a:srgbClr val="0B2027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560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Method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560320"/>
            <a:ext cx="2560320" cy="548640"/>
          </a:xfrm>
          <a:prstGeom prst="rect">
            <a:avLst/>
          </a:prstGeom>
          <a:solidFill>
            <a:srgbClr val="0B2027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560320"/>
            <a:ext cx="2560320" cy="548640"/>
          </a:xfrm>
          <a:prstGeom prst="rect">
            <a:avLst/>
          </a:prstGeom>
          <a:solidFill>
            <a:srgbClr val="0B2027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+ RL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200400"/>
            <a:ext cx="2743200" cy="548640"/>
          </a:xfrm>
          <a:prstGeom prst="rect">
            <a:avLst/>
          </a:prstGeom>
          <a:solidFill>
            <a:srgbClr val="2A4A52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Focus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560320" cy="548640"/>
          </a:xfrm>
          <a:prstGeom prst="rect">
            <a:avLst/>
          </a:prstGeom>
          <a:solidFill>
            <a:srgbClr val="2A4A52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conversational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200400"/>
            <a:ext cx="2560320" cy="548640"/>
          </a:xfrm>
          <a:prstGeom prst="rect">
            <a:avLst/>
          </a:prstGeom>
          <a:solidFill>
            <a:srgbClr val="2A4A52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conversational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840480"/>
            <a:ext cx="2743200" cy="548640"/>
          </a:xfrm>
          <a:prstGeom prst="rect">
            <a:avLst/>
          </a:prstGeom>
          <a:solidFill>
            <a:srgbClr val="0B2027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840480"/>
            <a:ext cx="2560320" cy="548640"/>
          </a:xfrm>
          <a:prstGeom prst="rect">
            <a:avLst/>
          </a:prstGeom>
          <a:solidFill>
            <a:srgbClr val="0B2027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incorporated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840480"/>
            <a:ext cx="2560320" cy="548640"/>
          </a:xfrm>
          <a:prstGeom prst="rect">
            <a:avLst/>
          </a:prstGeom>
          <a:solidFill>
            <a:srgbClr val="0B2027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RLHF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4480560"/>
            <a:ext cx="2743200" cy="548640"/>
          </a:xfrm>
          <a:prstGeom prst="rect">
            <a:avLst/>
          </a:prstGeom>
          <a:solidFill>
            <a:srgbClr val="2A4A52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480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4480560"/>
            <a:ext cx="2560320" cy="548640"/>
          </a:xfrm>
          <a:prstGeom prst="rect">
            <a:avLst/>
          </a:prstGeom>
          <a:solidFill>
            <a:srgbClr val="2A4A52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model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4480560"/>
            <a:ext cx="2560320" cy="548640"/>
          </a:xfrm>
          <a:prstGeom prst="rect">
            <a:avLst/>
          </a:prstGeom>
          <a:solidFill>
            <a:srgbClr val="2A4A52"/>
          </a:solidFill>
          <a:ln w="12700">
            <a:solidFill>
              <a:srgbClr val="3D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Feedback-based model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427" y="1143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53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 Considerations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96427" y="42862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of Large Language Models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6427" y="737235"/>
            <a:ext cx="8229600" cy="1280160"/>
          </a:xfrm>
          <a:prstGeom prst="rect">
            <a:avLst/>
          </a:prstGeom>
          <a:solidFill>
            <a:srgbClr val="FFF5F5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9307" y="920115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93707" y="920115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Concerns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3707" y="1285875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may generate authoritative-sounding but inaccurate information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93707" y="1651635"/>
            <a:ext cx="45720" cy="1828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30867" y="1651635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verify critical information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6427" y="2291715"/>
            <a:ext cx="8229600" cy="1280160"/>
          </a:xfrm>
          <a:prstGeom prst="rect">
            <a:avLst/>
          </a:prstGeom>
          <a:solidFill>
            <a:srgbClr val="FFF5F5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9307" y="2474595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93707" y="2474595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Issues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93707" y="2840355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may reflect biases present in training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93707" y="3206115"/>
            <a:ext cx="45720" cy="1828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30867" y="3206115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Address and mitigate biases actively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6427" y="3846195"/>
            <a:ext cx="8229600" cy="1280160"/>
          </a:xfrm>
          <a:prstGeom prst="rect">
            <a:avLst/>
          </a:prstGeom>
          <a:solidFill>
            <a:srgbClr val="FFF5F5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9307" y="4029075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393707" y="4029075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Societal Impact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93707" y="4394835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content can have far-reaching effects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93707" y="4760595"/>
            <a:ext cx="45720" cy="1828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30867" y="4760595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Consider ethical implications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5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474" y="685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777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Evolution: Rule-based → ML → Deep Learning → Transformers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capability: Human-like language comprehension and generation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Translation, chatbots, sentiment analysis, summarization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use petabytes of data and billions of parameters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337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examples: GPT, BERT, BART, T5 with different architectures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977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on generic data, fine-tune for specific tasks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457200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617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accuracy, bias, and societal impact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7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Learning with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2743200" cy="2743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515</Words>
  <Application>Microsoft Macintosh PowerPoint</Application>
  <PresentationFormat>On-screen Show (16:9)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for NLP</dc:title>
  <dc:subject>Natural Language Processing with AI</dc:subject>
  <dc:creator>AI Learning Materials</dc:creator>
  <cp:lastModifiedBy>ABHISEKA SAHU</cp:lastModifiedBy>
  <cp:revision>2</cp:revision>
  <dcterms:created xsi:type="dcterms:W3CDTF">2026-02-10T00:33:50Z</dcterms:created>
  <dcterms:modified xsi:type="dcterms:W3CDTF">2026-02-18T20:32:02Z</dcterms:modified>
</cp:coreProperties>
</file>